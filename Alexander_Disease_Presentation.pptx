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ALEXANDER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A Rare Leukodystrophy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is Alexander Disease?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Rare neurological disorder</a:t>
            </a:r>
          </a:p>
          <a:p>
            <a:pPr>
              <a:defRPr sz="2400"/>
            </a:pPr>
            <a:r>
              <a:t>• Caused by GFAP gene mutations</a:t>
            </a:r>
          </a:p>
          <a:p>
            <a:pPr>
              <a:defRPr sz="2400"/>
            </a:pPr>
            <a:r>
              <a:t>• Affects astrocytes in CNS</a:t>
            </a:r>
          </a:p>
          <a:p>
            <a:pPr>
              <a:defRPr sz="2400"/>
            </a:pPr>
            <a:r>
              <a:t>• Part of leukodystrophy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Types of Alexander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Infantile (most common) - onset before age 2</a:t>
            </a:r>
          </a:p>
          <a:p>
            <a:pPr>
              <a:defRPr sz="2600"/>
            </a:pPr>
            <a:r>
              <a:t>Juvenile - onset between 2-12 years</a:t>
            </a:r>
          </a:p>
          <a:p>
            <a:pPr>
              <a:defRPr sz="2600"/>
            </a:pPr>
            <a:r>
              <a:t>Adult - rare, slower progression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Clinical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Developmental regression</a:t>
            </a:r>
          </a:p>
          <a:p>
            <a:pPr>
              <a:defRPr sz="2400"/>
            </a:pPr>
            <a:r>
              <a:t>• Seizures</a:t>
            </a:r>
          </a:p>
          <a:p>
            <a:pPr>
              <a:defRPr sz="2400"/>
            </a:pPr>
            <a:r>
              <a:t>• Macrocephaly (enlarged head)</a:t>
            </a:r>
          </a:p>
          <a:p>
            <a:pPr>
              <a:defRPr sz="2400"/>
            </a:pPr>
            <a:r>
              <a:t>• Spasticity</a:t>
            </a:r>
          </a:p>
          <a:p>
            <a:pPr>
              <a:defRPr sz="2400"/>
            </a:pPr>
            <a:r>
              <a:t>• Ataxia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MRI: white matter abnormalities (frontal lobes)</a:t>
            </a:r>
          </a:p>
          <a:p>
            <a:pPr>
              <a:defRPr sz="2400"/>
            </a:pPr>
            <a:r>
              <a:t>• Genetic testing for GFAP mutations</a:t>
            </a:r>
          </a:p>
          <a:p>
            <a:pPr>
              <a:defRPr sz="2400"/>
            </a:pPr>
            <a:r>
              <a:t>• Brain biopsy (rarely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Treatment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No cure yet</a:t>
            </a:r>
          </a:p>
          <a:p>
            <a:pPr>
              <a:defRPr sz="2400"/>
            </a:pPr>
            <a:r>
              <a:t>• Supportive care: seizure control</a:t>
            </a:r>
          </a:p>
          <a:p>
            <a:pPr>
              <a:defRPr sz="2400"/>
            </a:pPr>
            <a:r>
              <a:t>• Physical therapy</a:t>
            </a:r>
          </a:p>
          <a:p>
            <a:pPr>
              <a:defRPr sz="2400"/>
            </a:pPr>
            <a:r>
              <a:t>• Gene therapy research ongoing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