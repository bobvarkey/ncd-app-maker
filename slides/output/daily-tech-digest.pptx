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Tech Digest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26, 2026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Top Stories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EU Wants to Scan Your Private Messages — Chat Control proposal sparks privacy debate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Running Tesla Model 3 Computer on Desk — Hacker reverse-engineered crashed Tesla computer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ARC-AGI-3 Released — New AI benchmark for generalized reasoning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225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Ensu — Local LLM App — Ente released a local-first LLM 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Supreme Court Sides with Cox on Pirated Music — Copyright ruling with ISP implications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Apple Randomly Closes Bug Reports — Developers report Apple closing tickets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Quantization from the Ground Up — Making LLMs smaller and faster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782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Meta Liable for Child Sexual Exploitation on Platforms — Major lawsuit verdict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Quick Hits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 DIY FPGA board runs Quake II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90% of Claude Code output goes to GitHub repos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Supreme Court copyright ruling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Woman reunites with lost dog after 11 years via chip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great Thursday!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2026-03-26T07:42:16Z</dcterms:created>
  <dcterms:modified xsi:type="dcterms:W3CDTF">2026-03-26T07:42:16Z</dcterms:modified>
</cp:coreProperties>
</file>